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2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264" userDrawn="1">
          <p15:clr>
            <a:srgbClr val="A4A3A4"/>
          </p15:clr>
        </p15:guide>
        <p15:guide id="5" orient="horz" pos="5496" userDrawn="1">
          <p15:clr>
            <a:srgbClr val="A4A3A4"/>
          </p15:clr>
        </p15:guide>
        <p15:guide id="6" pos="2376" userDrawn="1">
          <p15:clr>
            <a:srgbClr val="A4A3A4"/>
          </p15:clr>
        </p15:guide>
        <p15:guide id="7" orient="horz" pos="1656" userDrawn="1">
          <p15:clr>
            <a:srgbClr val="A4A3A4"/>
          </p15:clr>
        </p15:guide>
        <p15:guide id="8" orient="horz" pos="4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0E3"/>
    <a:srgbClr val="003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/>
  </p:normalViewPr>
  <p:slideViewPr>
    <p:cSldViewPr snapToGrid="0" snapToObjects="1" showGuides="1">
      <p:cViewPr varScale="1">
        <p:scale>
          <a:sx n="86" d="100"/>
          <a:sy n="86" d="100"/>
        </p:scale>
        <p:origin x="2988" y="96"/>
      </p:cViewPr>
      <p:guideLst>
        <p:guide pos="264"/>
        <p:guide pos="4056"/>
        <p:guide orient="horz" pos="264"/>
        <p:guide orient="horz" pos="5496"/>
        <p:guide pos="2376"/>
        <p:guide orient="horz" pos="1656"/>
        <p:guide orient="horz" pos="4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7/10/2023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993034-2C81-DE02-33D1-C5FC0BE9F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744" y="457202"/>
            <a:ext cx="6386513" cy="761997"/>
          </a:xfrm>
        </p:spPr>
        <p:txBody>
          <a:bodyPr>
            <a:normAutofit/>
          </a:bodyPr>
          <a:lstStyle>
            <a:lvl1pPr algn="ctr">
              <a:defRPr sz="4800" cap="all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433EFC-A155-E66E-0BD2-4D4F0FB4C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5744" y="1196367"/>
            <a:ext cx="6386513" cy="304188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4493712-956E-7909-694A-4BFA8678B6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103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73B5686-5471-8C7C-5E30-DD17A33F8A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103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3BA705B-D40A-E300-BAAC-B24705E329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103" y="2608221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90068D5-BB99-6B8F-5BFC-9B9F1FB0C0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7103" y="2761211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1532997-CDE7-EAB5-C1F6-5C00CD6459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103" y="378793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2AC9B19-C6D4-3594-C570-A2BB87AB81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103" y="3958458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C3CB141-BEB6-F6C0-95A1-01E1C92A52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7103" y="4105352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47D4B5-B9A1-36D6-BC5B-C8FEE43D38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103" y="536251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71E6448-56B9-9A09-2067-A5554B3590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103" y="5547256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6C5956C-599A-253B-66B8-93A807EA13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7103" y="5730726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71E69D-2147-EACA-078B-5B84A81ECF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103" y="691134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2A8C94F-C63C-9330-1274-02F6CF71AF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103" y="7080424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C7F24BF-267E-1B88-A146-1971BB019A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103" y="7263894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3406FC-9D41-BBE2-C9B8-BA99A61953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4157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6B78514-7B0C-EC3B-8F54-D46AB74B2A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4157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972BA14-0FC3-140D-AD71-1623B5880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34157" y="2587168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B7F8DC5-3DB5-6BD6-5F21-42A202346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34157" y="3221658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6CFCB10-67FE-6FAB-3138-F8FEEFF2C3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34157" y="3391009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09AB66F-3A01-666A-308C-4126731961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34157" y="403159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EB2E05C-931D-C54F-E771-0A5983D1F7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34157" y="4198177"/>
            <a:ext cx="2880360" cy="572908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9D6B9E-D4E6-2D6A-2DCB-AA4041A776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4157" y="4959474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35998AC-221A-4AD9-8F14-FF1F4F8620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34157" y="5302645"/>
            <a:ext cx="2880360" cy="1022813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3DC8197-9F54-45A1-3D89-755F4B225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4157" y="6459722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FAA48AE-9600-A769-90EE-3DFBA45C0F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42144" y="6913166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D6240-D467-C420-120A-082E5D72B1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42144" y="6913166"/>
            <a:ext cx="98755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3AF065C-108D-79AB-AA4B-2249C06E81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52060" y="688813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360041A-80A5-7BF8-78B4-6CC7F72051F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742144" y="7209441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6705CD6-B47C-91AB-BD03-9598678C6EE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42144" y="7209441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B4E0BCE1-D8C3-33F7-0C46-98967D3765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44917" y="7185051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1C4306F-F300-F965-CAB8-1F21DE04E35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42144" y="7501298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F04BD7C-09F4-AF85-D451-5E121A82AA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42144" y="7501298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CE12927-ADB1-628B-2EEA-C47141E51E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43637" y="7477795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59F5CD0-308E-8C21-8C4F-D7141AF1B6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42144" y="7797140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E5E836F4-765D-BFE4-1970-24C3EC52C9E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42144" y="7797140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E448E822-5FE6-D671-EABE-C90CA9AAD51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36494" y="777470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387F8B0-3ED2-2D9D-5BF4-7E3CFA46896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42144" y="8102595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A75DD6E-DD05-3EE6-263E-5377EB11C4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42144" y="8102595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554FDF7B-1BA6-7C7A-70CD-57554A7B5AE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2061" y="7992382"/>
            <a:ext cx="1130452" cy="464654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0A25DF-71EE-6077-9C9D-FBF0F20A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66" y="1764616"/>
            <a:ext cx="6021869" cy="15301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85B1E1-C04C-33AF-C78F-1B45C6A3E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9000" y="2114972"/>
            <a:ext cx="0" cy="6213552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4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37B7FB-7469-4769-B44C-D186D7B97127}"/>
              </a:ext>
            </a:extLst>
          </p:cNvPr>
          <p:cNvSpPr>
            <a:spLocks/>
          </p:cNvSpPr>
          <p:nvPr/>
        </p:nvSpPr>
        <p:spPr bwMode="auto">
          <a:xfrm>
            <a:off x="1" y="-33974"/>
            <a:ext cx="6858000" cy="1568133"/>
          </a:xfrm>
          <a:prstGeom prst="rect">
            <a:avLst/>
          </a:prstGeom>
          <a:solidFill>
            <a:srgbClr val="D7E0E3"/>
          </a:solidFill>
          <a:ln>
            <a:noFill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0CEE3-C386-45F4-B6AE-BE2E58A8829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55" y="123825"/>
            <a:ext cx="422275" cy="46736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4C64C58E-4F9C-4186-9F6B-0CA0AB3A344C}"/>
              </a:ext>
            </a:extLst>
          </p:cNvPr>
          <p:cNvSpPr txBox="1">
            <a:spLocks/>
          </p:cNvSpPr>
          <p:nvPr/>
        </p:nvSpPr>
        <p:spPr>
          <a:xfrm>
            <a:off x="1165860" y="463550"/>
            <a:ext cx="4391025" cy="4953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FirstName LastName</a:t>
            </a:r>
            <a:endParaRPr lang="en-IN" sz="100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2D47270-B91A-45BB-BD4E-F43DF96A8404}"/>
              </a:ext>
            </a:extLst>
          </p:cNvPr>
          <p:cNvSpPr txBox="1">
            <a:spLocks/>
          </p:cNvSpPr>
          <p:nvPr/>
        </p:nvSpPr>
        <p:spPr>
          <a:xfrm>
            <a:off x="1165860" y="929640"/>
            <a:ext cx="4343400" cy="2952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Developer I – Software Engineering</a:t>
            </a:r>
            <a:endParaRPr lang="en-IN" sz="100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8D127-1343-4335-AD0F-BDF58909171D}"/>
              </a:ext>
            </a:extLst>
          </p:cNvPr>
          <p:cNvSpPr>
            <a:spLocks/>
          </p:cNvSpPr>
          <p:nvPr/>
        </p:nvSpPr>
        <p:spPr bwMode="auto">
          <a:xfrm>
            <a:off x="5556885" y="427196"/>
            <a:ext cx="1038860" cy="1259364"/>
          </a:xfrm>
          <a:prstGeom prst="rect">
            <a:avLst/>
          </a:prstGeom>
          <a:solidFill>
            <a:srgbClr val="003C51"/>
          </a:solidFill>
          <a:ln>
            <a:noFill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Fill shape with photo as a square ratio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01FDD-F70C-4A49-BED8-730FFC6D2B44}"/>
              </a:ext>
            </a:extLst>
          </p:cNvPr>
          <p:cNvSpPr/>
          <p:nvPr/>
        </p:nvSpPr>
        <p:spPr>
          <a:xfrm>
            <a:off x="186055" y="1686560"/>
            <a:ext cx="2336517" cy="6853047"/>
          </a:xfrm>
          <a:prstGeom prst="rect">
            <a:avLst/>
          </a:prstGeom>
          <a:solidFill>
            <a:srgbClr val="003C5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5" name="Text Box 34">
            <a:extLst>
              <a:ext uri="{FF2B5EF4-FFF2-40B4-BE49-F238E27FC236}">
                <a16:creationId xmlns:a16="http://schemas.microsoft.com/office/drawing/2014/main" id="{60FCD150-906E-46B1-9EFE-AC90818393B5}"/>
              </a:ext>
            </a:extLst>
          </p:cNvPr>
          <p:cNvSpPr txBox="1">
            <a:spLocks/>
          </p:cNvSpPr>
          <p:nvPr/>
        </p:nvSpPr>
        <p:spPr bwMode="auto">
          <a:xfrm>
            <a:off x="311954" y="2017611"/>
            <a:ext cx="2336517" cy="138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</a:pPr>
            <a:r>
              <a:rPr lang="en-CA" sz="16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Bootcamp Summary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IN" sz="1400" dirty="0">
                <a:solidFill>
                  <a:srgbClr val="FFFF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Training Stream: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DOJ: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5F8886-08AE-4BC6-92A0-8AC4EADF57A2}"/>
              </a:ext>
            </a:extLst>
          </p:cNvPr>
          <p:cNvSpPr txBox="1"/>
          <p:nvPr/>
        </p:nvSpPr>
        <p:spPr>
          <a:xfrm>
            <a:off x="2573371" y="2043477"/>
            <a:ext cx="4149373" cy="101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Training Attendance</a:t>
            </a:r>
          </a:p>
          <a:p>
            <a:endParaRPr lang="en-US" sz="1600" dirty="0">
              <a:effectLst/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Attendance Percent 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Leaves Taken</a:t>
            </a: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75640-D663-4562-AA4F-FF38768F93E5}"/>
              </a:ext>
            </a:extLst>
          </p:cNvPr>
          <p:cNvSpPr txBox="1"/>
          <p:nvPr/>
        </p:nvSpPr>
        <p:spPr>
          <a:xfrm>
            <a:off x="2573371" y="3066545"/>
            <a:ext cx="4149373" cy="113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600" b="1" dirty="0">
                <a:effectLst/>
                <a:ea typeface="Calibri" panose="020F0502020204030204" pitchFamily="34" charset="0"/>
              </a:rPr>
              <a:t>Test Scores</a:t>
            </a: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Pre hiring Qualifier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Pre-Training Assessment</a:t>
            </a: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9A4F1-C1EE-4922-9452-7FB8DE85EF37}"/>
              </a:ext>
            </a:extLst>
          </p:cNvPr>
          <p:cNvSpPr txBox="1"/>
          <p:nvPr/>
        </p:nvSpPr>
        <p:spPr>
          <a:xfrm>
            <a:off x="2573371" y="4404615"/>
            <a:ext cx="4149373" cy="212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Foundation Training Assessment scores</a:t>
            </a:r>
          </a:p>
          <a:p>
            <a:endParaRPr lang="en-US" sz="105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Module 1 (Main Focus)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4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Final benchmark assessment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Retest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F2F49E-2206-43AE-93CE-A372634C1370}"/>
              </a:ext>
            </a:extLst>
          </p:cNvPr>
          <p:cNvSpPr txBox="1"/>
          <p:nvPr/>
        </p:nvSpPr>
        <p:spPr>
          <a:xfrm>
            <a:off x="2573371" y="6779538"/>
            <a:ext cx="4149373" cy="1520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Advanced Level Assessment scores</a:t>
            </a:r>
          </a:p>
          <a:p>
            <a:endParaRPr lang="en-US" sz="700" b="1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/>
              <a:t>Module 1 (Main Focus)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Final benchmark assessment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Retest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1B8365-C257-4F0A-81D0-97DB32F959C4}"/>
              </a:ext>
            </a:extLst>
          </p:cNvPr>
          <p:cNvGrpSpPr/>
          <p:nvPr/>
        </p:nvGrpSpPr>
        <p:grpSpPr>
          <a:xfrm>
            <a:off x="4788912" y="3694088"/>
            <a:ext cx="1806834" cy="195426"/>
            <a:chOff x="4732221" y="2463800"/>
            <a:chExt cx="1875658" cy="1954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41A078-E45C-4D6A-83E6-67E8A4D1D40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60%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C8F1F7-A2D9-4A9A-BD3C-E3E9ED1B6CE8}"/>
                </a:ext>
              </a:extLst>
            </p:cNvPr>
            <p:cNvSpPr/>
            <p:nvPr/>
          </p:nvSpPr>
          <p:spPr>
            <a:xfrm>
              <a:off x="4732221" y="2463800"/>
              <a:ext cx="1875658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chemeClr val="bg1"/>
                  </a:solidFill>
                </a:rPr>
                <a:t>100%</a:t>
              </a:r>
              <a:endParaRPr lang="en-IN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7BA5D5-84C6-4D46-9BE2-49A7BFF75A1F}"/>
              </a:ext>
            </a:extLst>
          </p:cNvPr>
          <p:cNvGrpSpPr/>
          <p:nvPr/>
        </p:nvGrpSpPr>
        <p:grpSpPr>
          <a:xfrm>
            <a:off x="4788911" y="3928512"/>
            <a:ext cx="1795145" cy="195426"/>
            <a:chOff x="4732221" y="2463800"/>
            <a:chExt cx="1863524" cy="19542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A1D55B2-99F0-4B61-BDEA-94F7C0A7F64A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55%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1204C6-F192-46A6-A7EE-7FEEA6C63D41}"/>
                </a:ext>
              </a:extLst>
            </p:cNvPr>
            <p:cNvSpPr/>
            <p:nvPr/>
          </p:nvSpPr>
          <p:spPr>
            <a:xfrm>
              <a:off x="4732221" y="2463800"/>
              <a:ext cx="95805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4CB9F1-81AA-4703-99A7-921FC720D6FA}"/>
              </a:ext>
            </a:extLst>
          </p:cNvPr>
          <p:cNvGrpSpPr/>
          <p:nvPr/>
        </p:nvGrpSpPr>
        <p:grpSpPr>
          <a:xfrm>
            <a:off x="398434" y="7114257"/>
            <a:ext cx="1021388" cy="228636"/>
            <a:chOff x="4926729" y="5382297"/>
            <a:chExt cx="1206173" cy="270000"/>
          </a:xfrm>
        </p:grpSpPr>
        <p:pic>
          <p:nvPicPr>
            <p:cNvPr id="40" name="Graphic 39" descr="Star with solid fill">
              <a:extLst>
                <a:ext uri="{FF2B5EF4-FFF2-40B4-BE49-F238E27FC236}">
                  <a16:creationId xmlns:a16="http://schemas.microsoft.com/office/drawing/2014/main" id="{571CD4F9-9403-4ACB-BAB2-55EE756CD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43" name="Graphic 42" descr="Star with solid fill">
              <a:extLst>
                <a:ext uri="{FF2B5EF4-FFF2-40B4-BE49-F238E27FC236}">
                  <a16:creationId xmlns:a16="http://schemas.microsoft.com/office/drawing/2014/main" id="{F6081C5B-C4D4-4D81-A56A-7CF3455ED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44" name="Graphic 43" descr="Star with solid fill">
              <a:extLst>
                <a:ext uri="{FF2B5EF4-FFF2-40B4-BE49-F238E27FC236}">
                  <a16:creationId xmlns:a16="http://schemas.microsoft.com/office/drawing/2014/main" id="{E50EC3BC-8474-4CA3-A288-E215A3C21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45" name="Graphic 44" descr="Star with solid fill">
              <a:extLst>
                <a:ext uri="{FF2B5EF4-FFF2-40B4-BE49-F238E27FC236}">
                  <a16:creationId xmlns:a16="http://schemas.microsoft.com/office/drawing/2014/main" id="{1A791658-FB7A-4934-B9B2-1162C6FE0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46" name="Graphic 45" descr="Star with solid fill">
              <a:extLst>
                <a:ext uri="{FF2B5EF4-FFF2-40B4-BE49-F238E27FC236}">
                  <a16:creationId xmlns:a16="http://schemas.microsoft.com/office/drawing/2014/main" id="{FAD12420-6612-4974-932E-F87EA2435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0642778-2E48-4FDE-9618-5C1023094BEE}"/>
              </a:ext>
            </a:extLst>
          </p:cNvPr>
          <p:cNvGrpSpPr/>
          <p:nvPr/>
        </p:nvGrpSpPr>
        <p:grpSpPr>
          <a:xfrm>
            <a:off x="4788910" y="4906147"/>
            <a:ext cx="1795146" cy="195426"/>
            <a:chOff x="4732220" y="2463800"/>
            <a:chExt cx="1863525" cy="19542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3CDC61A-4842-4D63-93C9-C9CCA527EC06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99A0DE-F652-40F7-A155-5FEB1A45605A}"/>
                </a:ext>
              </a:extLst>
            </p:cNvPr>
            <p:cNvSpPr/>
            <p:nvPr/>
          </p:nvSpPr>
          <p:spPr>
            <a:xfrm>
              <a:off x="4732220" y="2463800"/>
              <a:ext cx="151618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E2F5A77-5700-4880-BD50-BBCEF280C62A}"/>
              </a:ext>
            </a:extLst>
          </p:cNvPr>
          <p:cNvGrpSpPr/>
          <p:nvPr/>
        </p:nvGrpSpPr>
        <p:grpSpPr>
          <a:xfrm>
            <a:off x="4788911" y="2595439"/>
            <a:ext cx="1795145" cy="195426"/>
            <a:chOff x="4732221" y="2463800"/>
            <a:chExt cx="1863524" cy="19542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AC66C9-6492-4BDD-8185-C996F97E11C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60%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642B99E-7294-45A9-BEA5-B82DACA2BF72}"/>
                </a:ext>
              </a:extLst>
            </p:cNvPr>
            <p:cNvSpPr/>
            <p:nvPr/>
          </p:nvSpPr>
          <p:spPr>
            <a:xfrm>
              <a:off x="4732221" y="2463800"/>
              <a:ext cx="1191256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DA3E6E-FD2C-4437-8843-D365FC1509E6}"/>
              </a:ext>
            </a:extLst>
          </p:cNvPr>
          <p:cNvGrpSpPr/>
          <p:nvPr/>
        </p:nvGrpSpPr>
        <p:grpSpPr>
          <a:xfrm>
            <a:off x="4788911" y="5210527"/>
            <a:ext cx="1795145" cy="195426"/>
            <a:chOff x="4732221" y="2463800"/>
            <a:chExt cx="1863524" cy="19542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839D5B-213B-4C5C-98B1-246AAF6C61D9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83%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D303CAB-DA7E-49D4-BDFB-D19A2A7A6B6F}"/>
                </a:ext>
              </a:extLst>
            </p:cNvPr>
            <p:cNvSpPr/>
            <p:nvPr/>
          </p:nvSpPr>
          <p:spPr>
            <a:xfrm>
              <a:off x="4732221" y="2463800"/>
              <a:ext cx="1408021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E33CEE-283B-4A2A-B0CD-24C50EEBC144}"/>
              </a:ext>
            </a:extLst>
          </p:cNvPr>
          <p:cNvGrpSpPr/>
          <p:nvPr/>
        </p:nvGrpSpPr>
        <p:grpSpPr>
          <a:xfrm>
            <a:off x="4788911" y="5480234"/>
            <a:ext cx="1795145" cy="195426"/>
            <a:chOff x="4732221" y="2463800"/>
            <a:chExt cx="1863524" cy="19542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494119-CA62-4BE0-B1C6-B063C3983D64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17909E-34E5-4201-943B-62EB10A542DD}"/>
                </a:ext>
              </a:extLst>
            </p:cNvPr>
            <p:cNvSpPr/>
            <p:nvPr/>
          </p:nvSpPr>
          <p:spPr>
            <a:xfrm>
              <a:off x="4732221" y="2463800"/>
              <a:ext cx="114602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21A504-598B-481E-BC5D-A5C3ACECBAFB}"/>
              </a:ext>
            </a:extLst>
          </p:cNvPr>
          <p:cNvGrpSpPr/>
          <p:nvPr/>
        </p:nvGrpSpPr>
        <p:grpSpPr>
          <a:xfrm>
            <a:off x="4788911" y="5749941"/>
            <a:ext cx="1795145" cy="195426"/>
            <a:chOff x="4732221" y="2463800"/>
            <a:chExt cx="1863524" cy="1954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91C7497-58F6-4E61-A4AD-7C4C94137AF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79BB78-EDA5-41BD-95C9-CCF7DC80E0A7}"/>
                </a:ext>
              </a:extLst>
            </p:cNvPr>
            <p:cNvSpPr/>
            <p:nvPr/>
          </p:nvSpPr>
          <p:spPr>
            <a:xfrm>
              <a:off x="4732221" y="2463800"/>
              <a:ext cx="1516177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4C25AE-2333-4D9D-9C8C-23819D836789}"/>
              </a:ext>
            </a:extLst>
          </p:cNvPr>
          <p:cNvGrpSpPr/>
          <p:nvPr/>
        </p:nvGrpSpPr>
        <p:grpSpPr>
          <a:xfrm>
            <a:off x="4788911" y="6019648"/>
            <a:ext cx="1795145" cy="195426"/>
            <a:chOff x="4732221" y="2463800"/>
            <a:chExt cx="1863524" cy="19542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3E5C4CA-B9DD-4DF2-A670-AD22E7AA9715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296388-AD81-4C79-AB63-49462D11771B}"/>
                </a:ext>
              </a:extLst>
            </p:cNvPr>
            <p:cNvSpPr/>
            <p:nvPr/>
          </p:nvSpPr>
          <p:spPr>
            <a:xfrm>
              <a:off x="4732221" y="2463800"/>
              <a:ext cx="1408021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C3832-5C29-4CA3-BA9B-D0383484CDF4}"/>
              </a:ext>
            </a:extLst>
          </p:cNvPr>
          <p:cNvGrpSpPr/>
          <p:nvPr/>
        </p:nvGrpSpPr>
        <p:grpSpPr>
          <a:xfrm>
            <a:off x="4788911" y="6289354"/>
            <a:ext cx="1795145" cy="195426"/>
            <a:chOff x="4732221" y="2463800"/>
            <a:chExt cx="1863524" cy="19542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740783B-964D-4268-9235-4E8B430EDB7E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A6BB3D6-D88B-45BD-AB04-DC7DA52041AA}"/>
                </a:ext>
              </a:extLst>
            </p:cNvPr>
            <p:cNvSpPr/>
            <p:nvPr/>
          </p:nvSpPr>
          <p:spPr>
            <a:xfrm>
              <a:off x="4732221" y="2463800"/>
              <a:ext cx="114602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53D26AC-9046-4494-BC01-026129BEC3E7}"/>
              </a:ext>
            </a:extLst>
          </p:cNvPr>
          <p:cNvGrpSpPr/>
          <p:nvPr/>
        </p:nvGrpSpPr>
        <p:grpSpPr>
          <a:xfrm>
            <a:off x="4788911" y="2829863"/>
            <a:ext cx="1795145" cy="195426"/>
            <a:chOff x="4732221" y="2463800"/>
            <a:chExt cx="1863524" cy="19542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52BE28B-0261-479B-AD51-4701ED475545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Un Approved 1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70E4CF6-93C7-4808-862A-6EAFCC8D3A1E}"/>
                </a:ext>
              </a:extLst>
            </p:cNvPr>
            <p:cNvSpPr/>
            <p:nvPr/>
          </p:nvSpPr>
          <p:spPr>
            <a:xfrm>
              <a:off x="4732221" y="2463800"/>
              <a:ext cx="95805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dirty="0"/>
                <a:t>Approved </a:t>
              </a:r>
              <a:r>
                <a:rPr lang="en-US" sz="800" b="1" dirty="0"/>
                <a:t>2</a:t>
              </a:r>
              <a:endParaRPr lang="en-IN" sz="800" b="1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EF36C87-8C93-4293-83A4-1BB228931B89}"/>
              </a:ext>
            </a:extLst>
          </p:cNvPr>
          <p:cNvGrpSpPr/>
          <p:nvPr/>
        </p:nvGrpSpPr>
        <p:grpSpPr>
          <a:xfrm>
            <a:off x="4788911" y="7229998"/>
            <a:ext cx="1795145" cy="195426"/>
            <a:chOff x="4732221" y="2463800"/>
            <a:chExt cx="1863524" cy="19542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62C0C14-0D8B-4411-95C5-CC64B3F90057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90%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91EE88F-8758-4390-8D97-6F2EBA547681}"/>
                </a:ext>
              </a:extLst>
            </p:cNvPr>
            <p:cNvSpPr/>
            <p:nvPr/>
          </p:nvSpPr>
          <p:spPr>
            <a:xfrm>
              <a:off x="4732221" y="2463800"/>
              <a:ext cx="151618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BFC62CD-B456-4C54-8B0C-E95E9B1A82D5}"/>
              </a:ext>
            </a:extLst>
          </p:cNvPr>
          <p:cNvGrpSpPr/>
          <p:nvPr/>
        </p:nvGrpSpPr>
        <p:grpSpPr>
          <a:xfrm>
            <a:off x="4788911" y="7497801"/>
            <a:ext cx="1795145" cy="195426"/>
            <a:chOff x="4732221" y="2463800"/>
            <a:chExt cx="1863524" cy="19542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3C85E7B-A653-4241-87FC-DE1CA29EF3CD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41A800F-46CE-47F4-9028-1858BE359B2A}"/>
                </a:ext>
              </a:extLst>
            </p:cNvPr>
            <p:cNvSpPr/>
            <p:nvPr/>
          </p:nvSpPr>
          <p:spPr>
            <a:xfrm>
              <a:off x="4732221" y="2463800"/>
              <a:ext cx="134079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417E910-8F98-4B7E-98B0-A3CFF548581C}"/>
              </a:ext>
            </a:extLst>
          </p:cNvPr>
          <p:cNvGrpSpPr/>
          <p:nvPr/>
        </p:nvGrpSpPr>
        <p:grpSpPr>
          <a:xfrm>
            <a:off x="4788910" y="7778171"/>
            <a:ext cx="1795145" cy="195426"/>
            <a:chOff x="4732221" y="2463800"/>
            <a:chExt cx="1863524" cy="19542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EC6C867-CC19-47AB-957F-D35F31BAF1A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624EF4-2942-448B-AA2E-A0B8045798A3}"/>
                </a:ext>
              </a:extLst>
            </p:cNvPr>
            <p:cNvSpPr/>
            <p:nvPr/>
          </p:nvSpPr>
          <p:spPr>
            <a:xfrm>
              <a:off x="4732221" y="2463800"/>
              <a:ext cx="1408021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F508B06-BF16-45FF-8EAB-8EF80481FA77}"/>
              </a:ext>
            </a:extLst>
          </p:cNvPr>
          <p:cNvGrpSpPr/>
          <p:nvPr/>
        </p:nvGrpSpPr>
        <p:grpSpPr>
          <a:xfrm>
            <a:off x="4788910" y="8047877"/>
            <a:ext cx="1795145" cy="195426"/>
            <a:chOff x="4732221" y="2463800"/>
            <a:chExt cx="1863524" cy="195426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6D4B9D6-F65D-468D-9E3C-AB9E749C635B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43A5BDA-BB15-4EA7-BB01-5370B10D5436}"/>
                </a:ext>
              </a:extLst>
            </p:cNvPr>
            <p:cNvSpPr/>
            <p:nvPr/>
          </p:nvSpPr>
          <p:spPr>
            <a:xfrm>
              <a:off x="4732221" y="2463800"/>
              <a:ext cx="114602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sp>
        <p:nvSpPr>
          <p:cNvPr id="113" name="Text Box 34">
            <a:extLst>
              <a:ext uri="{FF2B5EF4-FFF2-40B4-BE49-F238E27FC236}">
                <a16:creationId xmlns:a16="http://schemas.microsoft.com/office/drawing/2014/main" id="{BE8E9423-7617-4332-B8A3-B7ED601E4B8F}"/>
              </a:ext>
            </a:extLst>
          </p:cNvPr>
          <p:cNvSpPr txBox="1">
            <a:spLocks/>
          </p:cNvSpPr>
          <p:nvPr/>
        </p:nvSpPr>
        <p:spPr bwMode="auto">
          <a:xfrm>
            <a:off x="311954" y="7668797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14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Hackathon Score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DD3DF34-9C35-4D29-8F3B-14E756198993}"/>
              </a:ext>
            </a:extLst>
          </p:cNvPr>
          <p:cNvGrpSpPr/>
          <p:nvPr/>
        </p:nvGrpSpPr>
        <p:grpSpPr>
          <a:xfrm>
            <a:off x="384182" y="8012204"/>
            <a:ext cx="1021388" cy="228636"/>
            <a:chOff x="4926729" y="5382297"/>
            <a:chExt cx="1206173" cy="270000"/>
          </a:xfrm>
        </p:grpSpPr>
        <p:pic>
          <p:nvPicPr>
            <p:cNvPr id="115" name="Graphic 114" descr="Star with solid fill">
              <a:extLst>
                <a:ext uri="{FF2B5EF4-FFF2-40B4-BE49-F238E27FC236}">
                  <a16:creationId xmlns:a16="http://schemas.microsoft.com/office/drawing/2014/main" id="{B4799FD0-29D3-4627-8211-96EF36C7E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116" name="Graphic 115" descr="Star with solid fill">
              <a:extLst>
                <a:ext uri="{FF2B5EF4-FFF2-40B4-BE49-F238E27FC236}">
                  <a16:creationId xmlns:a16="http://schemas.microsoft.com/office/drawing/2014/main" id="{87ACAA1D-30A2-4591-97DB-942B527F9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117" name="Graphic 116" descr="Star with solid fill">
              <a:extLst>
                <a:ext uri="{FF2B5EF4-FFF2-40B4-BE49-F238E27FC236}">
                  <a16:creationId xmlns:a16="http://schemas.microsoft.com/office/drawing/2014/main" id="{D6F9CE24-33A5-48EF-BEC2-0C1A0A6BB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118" name="Graphic 117" descr="Star with solid fill">
              <a:extLst>
                <a:ext uri="{FF2B5EF4-FFF2-40B4-BE49-F238E27FC236}">
                  <a16:creationId xmlns:a16="http://schemas.microsoft.com/office/drawing/2014/main" id="{684329E4-B2E5-401E-BB35-6372F8BFD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119" name="Graphic 118" descr="Star with solid fill">
              <a:extLst>
                <a:ext uri="{FF2B5EF4-FFF2-40B4-BE49-F238E27FC236}">
                  <a16:creationId xmlns:a16="http://schemas.microsoft.com/office/drawing/2014/main" id="{503E93B9-AB64-4137-B686-5F3C19D3E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  <p:sp>
        <p:nvSpPr>
          <p:cNvPr id="120" name="Text Box 34">
            <a:extLst>
              <a:ext uri="{FF2B5EF4-FFF2-40B4-BE49-F238E27FC236}">
                <a16:creationId xmlns:a16="http://schemas.microsoft.com/office/drawing/2014/main" id="{E09524BC-98F1-4A04-9B5C-26D77990AFAB}"/>
              </a:ext>
            </a:extLst>
          </p:cNvPr>
          <p:cNvSpPr txBox="1">
            <a:spLocks/>
          </p:cNvSpPr>
          <p:nvPr/>
        </p:nvSpPr>
        <p:spPr bwMode="auto">
          <a:xfrm>
            <a:off x="305345" y="3299403"/>
            <a:ext cx="2438400" cy="1466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14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College CGPA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36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8.0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" name="Text Box 34">
            <a:extLst>
              <a:ext uri="{FF2B5EF4-FFF2-40B4-BE49-F238E27FC236}">
                <a16:creationId xmlns:a16="http://schemas.microsoft.com/office/drawing/2014/main" id="{7934135B-8EEA-4DDE-8219-5761C2CA48C5}"/>
              </a:ext>
            </a:extLst>
          </p:cNvPr>
          <p:cNvSpPr txBox="1">
            <a:spLocks/>
          </p:cNvSpPr>
          <p:nvPr/>
        </p:nvSpPr>
        <p:spPr bwMode="auto">
          <a:xfrm>
            <a:off x="305345" y="6759810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1400" b="1" dirty="0">
                <a:solidFill>
                  <a:srgbClr val="FFFF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English Proficiency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29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30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-sky-resume_win32_SL_v8" id="{4EA9FF68-E82D-4931-942B-C942C8C83C81}" vid="{48FD561E-79D8-4E83-94E4-4C09FF3E81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Bold sky resume</Template>
  <TotalTime>0</TotalTime>
  <Words>124</Words>
  <Application>Microsoft Office PowerPoint</Application>
  <PresentationFormat>Letter Paper (8.5x11 in)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2023-07-07T07:50:02Z</dcterms:created>
  <dcterms:modified xsi:type="dcterms:W3CDTF">2023-07-10T05:52:18Z</dcterms:modified>
</cp:coreProperties>
</file>